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</a:rPr>
              <a:t>OpenSplit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0E7FF"/>
                </a:solidFill>
              </a:rPr>
              <a:t>Open‑Source Expense Sharing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7FF"/>
                </a:solidFill>
              </a:rPr>
              <a:t>Split bills · Track balances · Settle up — No ads. No paywalls.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572000"/>
            <a:ext cx="2560320" cy="4114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5902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v1.0  |  May 2026</a:t>
            </a:r>
          </a:p>
        </p:txBody>
      </p:sp>
      <p:sp>
        <p:nvSpPr>
          <p:cNvPr id="8" name="Oval 7"/>
          <p:cNvSpPr/>
          <p:nvPr/>
        </p:nvSpPr>
        <p:spPr>
          <a:xfrm>
            <a:off x="10515600" y="914400"/>
            <a:ext cx="2286000" cy="2286000"/>
          </a:xfrm>
          <a:prstGeom prst="ellipse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0" y="3200400"/>
            <a:ext cx="1097280" cy="1097280"/>
          </a:xfrm>
          <a:prstGeom prst="ellipse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0" y="5303520"/>
            <a:ext cx="822960" cy="822960"/>
          </a:xfrm>
          <a:prstGeom prst="ellipse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5661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234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188720"/>
            <a:ext cx="35661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79392" y="1234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2344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88720"/>
            <a:ext cx="35661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2" y="12344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2344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28800"/>
            <a:ext cx="35661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874519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874519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New Features (v1.1)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828800"/>
            <a:ext cx="35661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2" y="1874519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874519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Application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828800"/>
            <a:ext cx="35661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1874519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874519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Data 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468880"/>
            <a:ext cx="35661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5146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5146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API Endpoints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468880"/>
            <a:ext cx="35661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25146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5146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Frontend Pages &amp; Routing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468880"/>
            <a:ext cx="35661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25146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5146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How to Run the App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08960"/>
            <a:ext cx="35661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1546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15468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Summary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30352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</a:rPr>
              <a:t>What is OpenSplit?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OpenSplit is a free, privacy‑friendly expense
sharing web app designed for:
  •  Students sharing flat expenses
  •  Roommates splitting utility bills
  •  Friend groups on trips
  •  Any shared‑cost scenario
100% open‑source under the MIT licence.
No data sold. No ads. No paywalls.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234440"/>
            <a:ext cx="566928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</a:rPr>
              <a:t>Project Highlights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394960" cy="5669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Target Users: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Students, roommates, trip groups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670048"/>
            <a:ext cx="5394960" cy="5669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71576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Open Source: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1576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MIT licence – fork and extend freely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328416"/>
            <a:ext cx="5394960" cy="5669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37413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Privacy First: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37413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Self‑hostable, zero telemetry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986784"/>
            <a:ext cx="5394960" cy="5669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03250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No Paywalls: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3250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All features free forever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645152"/>
            <a:ext cx="5394960" cy="5669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9087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Modern Stack: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69087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React 18 + Node.js + MongoDB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303520"/>
            <a:ext cx="5394960" cy="5669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534924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Responsive UI: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34924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Dark mode &amp; mobile‑friendly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356616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56616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39903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80136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React 18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28600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Component‑based SPA with hot‑reload dev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34440"/>
            <a:ext cx="356616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234440"/>
            <a:ext cx="3566160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39903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UI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80136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MUI (Material Design)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28600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Dark/light theming, responsive components, icons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356616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356616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7" y="139903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7" y="180136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Node.js + Express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228600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RESTful API server with middleware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94760"/>
            <a:ext cx="356616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794760"/>
            <a:ext cx="3566160" cy="10972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95935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C96"/>
                </a:solidFill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436168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MongoDB + Mongoose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Document store with ODM schemas &amp; validation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794760"/>
            <a:ext cx="356616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3794760"/>
            <a:ext cx="356616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395935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36168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JWT (JSON Web Tokens)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8463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Stateless 7‑day tokens, bcrypt password hashing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3794760"/>
            <a:ext cx="356616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3794760"/>
            <a:ext cx="3566160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7" y="395935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Routing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7" y="436168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React Router v6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7" y="48463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Client‑side routing with protected routes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557784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73152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075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User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Register &amp; login with JWT‑secured sessions (7‑day tokens, bcrypt hashing)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557784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73152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075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Group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0992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Create named expense groups and invite members by 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06040"/>
            <a:ext cx="557784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606040"/>
            <a:ext cx="73152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791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Add Expenses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8152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Log shared costs with description, amount, payer and split participants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06040"/>
            <a:ext cx="557784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06040"/>
            <a:ext cx="73152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791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Auto Balances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8152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Greedy algorithm computes minimum settlements from net per‑user balances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77639"/>
            <a:ext cx="557784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977639"/>
            <a:ext cx="73152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5079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Individual Settlement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53127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Mark each member's share paid separately — no need to settle all at once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77639"/>
            <a:ext cx="557784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977639"/>
            <a:ext cx="73152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05079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Expense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53127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Per‑group chronological log with filters (All / Unsettled / Settled)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349240"/>
            <a:ext cx="557784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349240"/>
            <a:ext cx="73152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4223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CSV 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824727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Download filtered expense history as a .csv file with one click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5349240"/>
            <a:ext cx="557784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5349240"/>
            <a:ext cx="73152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4223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Micro‑GPT Assistant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824727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Built‑in chatbot answers 'who owes what' — no API key, pure algorithm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New Features — v1.1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557784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57784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47472" cy="2331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99032"/>
            <a:ext cx="5010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Material Design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83080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MUI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501091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Full app redesigned with Material Design.
Dark / light theme toggle persisted in localStorage.
Responsive layouts, proper elevation &amp; theming.
Fixes dark-mode textbox invisibility bug.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557784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55778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347472" cy="2331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7" y="1399032"/>
            <a:ext cx="5010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Individual Settlements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7" y="1783080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Per-Member Mark Paid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7" y="2130552"/>
            <a:ext cx="501091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Each member's share can be marked paid
independently within an expense.
Auto-closes the expense when all non-payer
members have settled.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840480"/>
            <a:ext cx="557784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840480"/>
            <a:ext cx="55778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931920"/>
            <a:ext cx="347472" cy="2331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005072"/>
            <a:ext cx="5010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</a:rPr>
              <a:t>CSV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389120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One-Click Download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736592"/>
            <a:ext cx="501091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Export current expense list (any filter:
All / Unsettled / Settled) as a .csv file.
Includes description, amount, payer, split
members, date and status columns.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40480"/>
            <a:ext cx="557784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40480"/>
            <a:ext cx="5577840" cy="914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931920"/>
            <a:ext cx="347472" cy="23317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7" y="4005072"/>
            <a:ext cx="5010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C96"/>
                </a:solidFill>
              </a:rPr>
              <a:t>Micro-GPT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7" y="4389120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Built-in Chatbot — No API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7" y="4736592"/>
            <a:ext cx="501091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Floating chat widget on Group Details
and Settle pages. Keyword-matching algorithm
queries live MongoDB data to answer:
'Who owes what?', 'What's pending?'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Application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3383280" cy="4937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38328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PRESENTATION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874519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React 18 (Vite)
Pages:
• Login / Register
• Dashboard
• Group Details
• Add Expense
• Expense History
• Settlement
Libs: React Router, Axios, Recharts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25880"/>
            <a:ext cx="3383280" cy="4937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325880"/>
            <a:ext cx="3383280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3898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APPLICATION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1" y="1874519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Node.js + Express
Middleware:
• CORS
• JSON body parser
• JWT auth guard
Routes:
• /api/auth
• /api/groups
• /api/expenses
• /api/chat
Utils: balanceCalc, microGPT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325880"/>
            <a:ext cx="3383280" cy="4937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25880"/>
            <a:ext cx="338328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3898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DATA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874519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MongoDB (Mongoose)
Models:
• User
• Group
• Expense
Features:
• Indexed queries
• Populate refs
• Timestamps
• bcrypt pre‑save hook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3291840"/>
            <a:ext cx="16459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3291840"/>
            <a:ext cx="16459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Data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65760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71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</a:rPr>
              <a:t>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18488"/>
            <a:ext cx="36576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63677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</a:rP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3677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63677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</a:rPr>
              <a:t>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9" y="1929384"/>
            <a:ext cx="356616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9659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965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19659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required, trim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59" y="2496312"/>
            <a:ext cx="356616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53288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2532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4872" y="253288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unique, lowercase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59" y="3063239"/>
            <a:ext cx="356616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099815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password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7" y="3099815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4872" y="3099815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bcrypt hashed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59" y="3630168"/>
            <a:ext cx="356616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66674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createdAt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6667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04872" y="366674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auto timestamp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123444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1234440"/>
            <a:ext cx="3657600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79" y="1271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</a:rPr>
              <a:t>Group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1618488"/>
            <a:ext cx="36576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79" y="163677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</a:rPr>
              <a:t>Field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163677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</a:rPr>
              <a:t>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163677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</a:rPr>
              <a:t>Notes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1929384"/>
            <a:ext cx="356616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5968" y="19659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groupName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1807" y="1965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String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1" y="19659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required, trim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59" y="2496312"/>
            <a:ext cx="356616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253288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members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1807" y="2532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[ObjectId]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1" y="253288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ref → User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59" y="3063239"/>
            <a:ext cx="356616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3099815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createdBy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21807" y="3099815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ObjectId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1" y="3099815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ref → User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59" y="3630168"/>
            <a:ext cx="356616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66674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createdAt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21807" y="36667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1071" y="366674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auto timestamp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92440" y="123444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92440" y="1234440"/>
            <a:ext cx="3657600" cy="3840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79" y="1271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</a:rPr>
              <a:t>Expense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1618488"/>
            <a:ext cx="36576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83879" y="163677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</a:rPr>
              <a:t>Field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163677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</a:rPr>
              <a:t>Type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95559" y="163677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</a:rPr>
              <a:t>Notes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38160" y="1929384"/>
            <a:ext cx="356616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02167" y="19659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08008" y="1965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String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77272" y="19659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required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38160" y="2496312"/>
            <a:ext cx="356616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02167" y="253288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amount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08008" y="2532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Number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77272" y="253288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min 0.01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8160" y="3063239"/>
            <a:ext cx="356616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02167" y="3099815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paidBy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08008" y="3099815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ObjectId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77272" y="3099815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ref → User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38160" y="3630168"/>
            <a:ext cx="356616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02167" y="366674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splitAmong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08008" y="36667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[ObjectId]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77272" y="366674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ref → User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38160" y="4197096"/>
            <a:ext cx="356616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02167" y="423367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groupId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08008" y="423367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ObjectId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77272" y="423367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ref → Group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38160" y="4764024"/>
            <a:ext cx="356616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02167" y="48006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settled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08008" y="4800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Boolean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77272" y="48006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default false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38160" y="5330951"/>
            <a:ext cx="356616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02167" y="5367527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08008" y="536752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Date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77272" y="5367527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7FF"/>
                </a:solidFill>
              </a:rPr>
              <a:t>default now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1887200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25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2252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2252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1188720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09344"/>
            <a:ext cx="82296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2763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27632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/api/auth/register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6276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Register new 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48256"/>
            <a:ext cx="1188720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84832"/>
            <a:ext cx="82296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10312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1031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/api/auth/login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Login – returns JWT token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23744"/>
            <a:ext cx="1188720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560320"/>
            <a:ext cx="82296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57860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57860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/api/groups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5786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List all groups for logged‑in user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99232"/>
            <a:ext cx="1188720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035808"/>
            <a:ext cx="82296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05409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054096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/api/groups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05409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Create a new group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474720"/>
            <a:ext cx="1188720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511296"/>
            <a:ext cx="82296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52958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529584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/api/groups/:id/members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52958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Add member to group by email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950208"/>
            <a:ext cx="1188720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986784"/>
            <a:ext cx="82296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00507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005072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/api/expenses/:groupId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0050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List expenses for a group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425696"/>
            <a:ext cx="1188720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4462272"/>
            <a:ext cx="82296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4480559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4480559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/api/expenses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48055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Add new expense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901184"/>
            <a:ext cx="1188720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4937760"/>
            <a:ext cx="822960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95604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PATCH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495604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/api/expenses/:id/settle-member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9560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Mark one member's share as paid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376672"/>
            <a:ext cx="1188720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5413248"/>
            <a:ext cx="82296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543153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5431536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/api/expenses/:groupId/balances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543153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Computed minimum settlement amounts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852159"/>
            <a:ext cx="1188720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5888736"/>
            <a:ext cx="82296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5907023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POST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5907023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/api/chat/:groupId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5907023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Micro-GPT: answer expense/balance questions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Frontend Pages &amp;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161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12161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1615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12161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81912"/>
            <a:ext cx="11612880" cy="6035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55064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</a:rPr>
              <a:t>/login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5506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65506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Email + password form, JWT stored in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16550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</a:rPr>
              <a:t>Public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40280"/>
            <a:ext cx="11612880" cy="60350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1343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</a:rPr>
              <a:t>/register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134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3134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Name / email / password sign‑up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23134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</a:rPr>
              <a:t>Public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898648"/>
            <a:ext cx="11612880" cy="6035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718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/dashboard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List groups; create new group; balance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971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Protected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557016"/>
            <a:ext cx="11612880" cy="60350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63016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</a:rPr>
              <a:t>/groups/:id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6301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Group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6301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Members, balances, expense list for one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36301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Protected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215383"/>
            <a:ext cx="11612880" cy="6035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288536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</a:rPr>
              <a:t>/groups/:id/add-expense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2885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Add Expense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28853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Form to log a shared cost with split selection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42885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Protected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73752"/>
            <a:ext cx="11612880" cy="60350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946904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</a:rPr>
              <a:t>/groups/:id/history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469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Exp. History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9469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Chronological expense log with settled 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49469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Protected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532120"/>
            <a:ext cx="11612880" cy="6035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60527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</a:rPr>
              <a:t>/groups/:id/settle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6052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Settlement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56052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</a:rPr>
              <a:t>Computed 'who owes whom' with settle buttons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5605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Protected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How to Run the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1152144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Prerequisites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7FF"/>
                </a:solidFill>
              </a:rPr>
              <a:t>Node.js v18+   •   npm v9+   •   MongoDB (local or Atlas)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212848"/>
            <a:ext cx="55321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212848"/>
            <a:ext cx="553212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Step 1 — Clone &amp; Enter the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807208"/>
            <a:ext cx="5349240" cy="12984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52928"/>
            <a:ext cx="52120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git clone https://github.com/your-org/opensplit.git
cd opensplit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212848"/>
            <a:ext cx="55321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212848"/>
            <a:ext cx="553212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59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Step 2 — Backend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79" y="2807208"/>
            <a:ext cx="5349240" cy="12984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852928"/>
            <a:ext cx="52120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cd backend
npm install
cp .env.example .env
# Edit .env → set MONGO_URI and JWT_SECRET
npm run dev          # starts on http://localhost:5000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407408"/>
            <a:ext cx="55321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407408"/>
            <a:ext cx="553212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537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Step 3 — Frontend Setup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79" y="5001768"/>
            <a:ext cx="5349240" cy="12984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047488"/>
            <a:ext cx="52120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cd ../frontend
npm install
npm run dev          # starts on http://localhost:5173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407408"/>
            <a:ext cx="55321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407408"/>
            <a:ext cx="553212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5537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Step 4 — Open in Browser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79" y="5001768"/>
            <a:ext cx="5349240" cy="12984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047488"/>
            <a:ext cx="52120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Visit → http://localhost:5173
Register an account → Create a group → Add expenses!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Production build:  cd frontend &amp;&amp; npm run build   |   Backend: npm start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Summary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548640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</a:rPr>
              <a:t>What We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01168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Full‑stack expense sharing web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77439"/>
            <a:ext cx="201168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5000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Secure JWT authentication (bcrypt)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80360"/>
            <a:ext cx="201168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5292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CRUD for groups, members &amp; expenses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83280"/>
            <a:ext cx="201168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5584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Greedy minimum‑transaction settlement algorithm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86200"/>
            <a:ext cx="201168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5876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Material Design UI — dark/light theme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89120"/>
            <a:ext cx="201168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36168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Individual per‑member settlement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92040"/>
            <a:ext cx="201168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86460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One‑click CSV export of expense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394960"/>
            <a:ext cx="201168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36752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Built‑in Micro‑GPT chatbot (no API key)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97880"/>
            <a:ext cx="201168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87044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Open‑source (MIT) &amp; self‑hostable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234440"/>
            <a:ext cx="548640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</a:rPr>
              <a:t>Potential 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874519"/>
            <a:ext cx="201168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184708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Email notifications for settlements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377439"/>
            <a:ext cx="201168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235000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Currency conversion 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880360"/>
            <a:ext cx="201168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3992" y="285292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Photo receipts / attachment uploads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383280"/>
            <a:ext cx="201168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335584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Recurring expense automation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886200"/>
            <a:ext cx="201168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3992" y="385876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Mobile app (React Native)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389120"/>
            <a:ext cx="201168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3992" y="436168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OAuth (Google / GitHub login)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892040"/>
            <a:ext cx="201168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93992" y="486460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Group chat / activity feed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5394960"/>
            <a:ext cx="201168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93992" y="536752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Deploy to cloud (Render / Vercel)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0E7FF"/>
                </a:solidFill>
              </a:rPr>
              <a:t>OpenSplit — Making shared expenses simple, transparent &amp; free.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749039"/>
            <a:ext cx="4572000" cy="7132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380390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Licence: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096511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MIT — free to use, fork &amp; contribute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749039"/>
            <a:ext cx="4572000" cy="7132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80390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Frontend: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096511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http://localhost:5173  (dev)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663440"/>
            <a:ext cx="4572000" cy="7132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71830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Backend: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010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http://localhost:5000  (dev)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663440"/>
            <a:ext cx="4572000" cy="7132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71830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Stack: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010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</a:rPr>
              <a:t>React 18 · Node.js · MongoDB · JWT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github.com/opensplit  |  MIT Licence  |  Built with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